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5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99CC00"/>
    <a:srgbClr val="FF9933"/>
    <a:srgbClr val="666633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0" d="100"/>
          <a:sy n="110" d="100"/>
        </p:scale>
        <p:origin x="7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522F8F-B2BB-4C8B-B10A-3325B4933885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320BE8-2FF7-4AD5-850A-71BB0DB680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5667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320BE8-2FF7-4AD5-850A-71BB0DB6809A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1973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6D73B-7203-4AAB-83AC-C9467CA94820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01545-56BA-4A3D-9F2E-AB6732F2BF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8950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6D73B-7203-4AAB-83AC-C9467CA94820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01545-56BA-4A3D-9F2E-AB6732F2BF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3675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6D73B-7203-4AAB-83AC-C9467CA94820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01545-56BA-4A3D-9F2E-AB6732F2BF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8912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6D73B-7203-4AAB-83AC-C9467CA94820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01545-56BA-4A3D-9F2E-AB6732F2BF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9415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6D73B-7203-4AAB-83AC-C9467CA94820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01545-56BA-4A3D-9F2E-AB6732F2BF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5469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6D73B-7203-4AAB-83AC-C9467CA94820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01545-56BA-4A3D-9F2E-AB6732F2BF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2972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6D73B-7203-4AAB-83AC-C9467CA94820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01545-56BA-4A3D-9F2E-AB6732F2BF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9471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6D73B-7203-4AAB-83AC-C9467CA94820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01545-56BA-4A3D-9F2E-AB6732F2BF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6203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6D73B-7203-4AAB-83AC-C9467CA94820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01545-56BA-4A3D-9F2E-AB6732F2BF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798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6D73B-7203-4AAB-83AC-C9467CA94820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01545-56BA-4A3D-9F2E-AB6732F2BF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7841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6D73B-7203-4AAB-83AC-C9467CA94820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01545-56BA-4A3D-9F2E-AB6732F2BF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6488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6D73B-7203-4AAB-83AC-C9467CA94820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801545-56BA-4A3D-9F2E-AB6732F2BF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513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eneotujoe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25001" y="0"/>
            <a:ext cx="5993331" cy="3657600"/>
          </a:xfrm>
          <a:solidFill>
            <a:schemeClr val="accent1"/>
          </a:solidFill>
        </p:spPr>
        <p:txBody>
          <a:bodyPr anchor="ctr" anchorCtr="0"/>
          <a:lstStyle/>
          <a:p>
            <a:r>
              <a:rPr lang="en-GB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LNG ABUJA II</a:t>
            </a:r>
            <a:endParaRPr lang="en-GB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25001" y="4254866"/>
            <a:ext cx="6308854" cy="2603134"/>
          </a:xfrm>
        </p:spPr>
        <p:txBody>
          <a:bodyPr>
            <a:normAutofit/>
          </a:bodyPr>
          <a:lstStyle/>
          <a:p>
            <a:pPr algn="l"/>
            <a:r>
              <a:rPr lang="en-GB" sz="3200" b="1" i="1" dirty="0" smtClean="0"/>
              <a:t>Designed and built by</a:t>
            </a:r>
          </a:p>
          <a:p>
            <a:pPr algn="l"/>
            <a:r>
              <a:rPr lang="en-GB" sz="3200" b="1" i="1" dirty="0" err="1" smtClean="0"/>
              <a:t>Eneotu</a:t>
            </a:r>
            <a:r>
              <a:rPr lang="en-GB" sz="3200" b="1" i="1" dirty="0" smtClean="0"/>
              <a:t> Joseph (Engineering </a:t>
            </a:r>
            <a:r>
              <a:rPr lang="en-GB" sz="3200" b="1" i="1" dirty="0"/>
              <a:t>cadet)</a:t>
            </a:r>
            <a:endParaRPr lang="en-GB" sz="3200" dirty="0"/>
          </a:p>
          <a:p>
            <a:pPr algn="l"/>
            <a:r>
              <a:rPr lang="en-GB" sz="3200" b="1" i="1" dirty="0"/>
              <a:t>Email: </a:t>
            </a:r>
            <a:r>
              <a:rPr lang="en-GB" sz="3200" b="1" i="1" u="sng" dirty="0" smtClean="0">
                <a:hlinkClick r:id="rId2"/>
              </a:rPr>
              <a:t>eneotujoe@gmail.com</a:t>
            </a:r>
            <a:endParaRPr lang="en-GB" sz="3200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0" y="2723949"/>
            <a:ext cx="12192000" cy="10603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40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TANK SOUNDING AND WATER FIGURES </a:t>
            </a:r>
            <a:r>
              <a:rPr lang="en-GB" sz="40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APP</a:t>
            </a:r>
            <a:endParaRPr lang="en-GB" sz="4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220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659358"/>
            <a:ext cx="12192000" cy="4841030"/>
          </a:xfrm>
        </p:spPr>
        <p:txBody>
          <a:bodyPr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3200" b="1" dirty="0" smtClean="0"/>
              <a:t>This tank sounding </a:t>
            </a:r>
            <a:r>
              <a:rPr lang="en-GB" sz="3200" b="1" dirty="0"/>
              <a:t>and water figures app is a productivity tool that is created to </a:t>
            </a:r>
            <a:r>
              <a:rPr lang="en-GB" sz="3200" b="1" dirty="0" smtClean="0"/>
              <a:t>ease conversion </a:t>
            </a:r>
            <a:r>
              <a:rPr lang="en-GB" sz="3200" b="1" dirty="0"/>
              <a:t>of tank </a:t>
            </a:r>
            <a:r>
              <a:rPr lang="en-GB" sz="3200" b="1" dirty="0" smtClean="0"/>
              <a:t>sounding levels to volume, and calculation of fresh water figures.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3200" b="1" dirty="0" smtClean="0"/>
              <a:t>The app has four tabs which are; sounding converter, sounding table, water figures and interpolation. The first three tabs are customized for use on LNG Abuja II and LNG </a:t>
            </a:r>
            <a:r>
              <a:rPr lang="en-GB" sz="3200" b="1" dirty="0" err="1" smtClean="0"/>
              <a:t>Abalamabie</a:t>
            </a:r>
            <a:r>
              <a:rPr lang="en-GB" sz="3200" b="1" dirty="0" smtClean="0"/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3200" b="1" dirty="0" smtClean="0"/>
              <a:t>The interpolation tab can be used on any other vessel.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3200" b="1" dirty="0" smtClean="0"/>
              <a:t>The app can further be upgraded for more functionalities.</a:t>
            </a:r>
            <a:endParaRPr lang="en-GB" sz="3200" b="1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0" y="0"/>
            <a:ext cx="3717957" cy="1058779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4000" b="1" dirty="0" smtClean="0">
                <a:solidFill>
                  <a:schemeClr val="bg1"/>
                </a:solidFill>
              </a:rPr>
              <a:t>INTRODUCTION</a:t>
            </a:r>
            <a:endParaRPr lang="en-GB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663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659358"/>
            <a:ext cx="9804903" cy="1952975"/>
          </a:xfrm>
        </p:spPr>
        <p:txBody>
          <a:bodyPr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3200" b="1" dirty="0" smtClean="0"/>
              <a:t>Elimination of human error due to manual calculation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3200" b="1" dirty="0" smtClean="0"/>
              <a:t>Accuracy of calculated values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3200" b="1" dirty="0" smtClean="0"/>
              <a:t>Reduction </a:t>
            </a:r>
            <a:r>
              <a:rPr lang="en-GB" sz="3200" b="1" dirty="0" smtClean="0"/>
              <a:t>in</a:t>
            </a:r>
            <a:r>
              <a:rPr lang="en-GB" sz="3200" b="1" dirty="0" smtClean="0"/>
              <a:t> </a:t>
            </a:r>
            <a:r>
              <a:rPr lang="en-GB" sz="3200" b="1" dirty="0" smtClean="0"/>
              <a:t>time spent on manual calculation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0" y="0"/>
            <a:ext cx="3717957" cy="1058779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GB" sz="4000" b="1" dirty="0" smtClean="0">
                <a:solidFill>
                  <a:schemeClr val="bg1"/>
                </a:solidFill>
              </a:rPr>
              <a:t>BENEFIT</a:t>
            </a:r>
            <a:endParaRPr lang="en-GB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115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659358"/>
            <a:ext cx="9189267" cy="4605640"/>
          </a:xfrm>
        </p:spPr>
        <p:txBody>
          <a:bodyPr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3200" b="1" dirty="0" smtClean="0"/>
              <a:t>The app </a:t>
            </a:r>
            <a:r>
              <a:rPr lang="en-GB" sz="3200" b="1" dirty="0"/>
              <a:t>completely safe and </a:t>
            </a:r>
            <a:r>
              <a:rPr lang="en-GB" sz="3200" b="1" dirty="0" smtClean="0"/>
              <a:t>secure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3200" b="1" dirty="0" smtClean="0"/>
              <a:t>No internet connection is required to run it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3200" b="1" dirty="0" smtClean="0"/>
              <a:t>No database is connected to it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3200" b="1" dirty="0"/>
              <a:t>No software </a:t>
            </a:r>
            <a:r>
              <a:rPr lang="en-GB" sz="3200" b="1" dirty="0" smtClean="0"/>
              <a:t>installation is required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3200" b="1" dirty="0" smtClean="0"/>
              <a:t>No third-party software framework and library were downloaded </a:t>
            </a:r>
            <a:r>
              <a:rPr lang="en-GB" sz="3200" b="1" dirty="0"/>
              <a:t>in order to build </a:t>
            </a:r>
            <a:r>
              <a:rPr lang="en-GB" sz="3200" b="1" dirty="0" smtClean="0"/>
              <a:t>or run this app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0" y="0"/>
            <a:ext cx="3717957" cy="11860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GB" sz="4000" b="1" dirty="0" smtClean="0">
                <a:solidFill>
                  <a:schemeClr val="bg1"/>
                </a:solidFill>
              </a:rPr>
              <a:t>SECURITY</a:t>
            </a:r>
            <a:endParaRPr lang="en-GB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3262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338105"/>
            <a:ext cx="8410669" cy="3075867"/>
          </a:xfrm>
        </p:spPr>
        <p:txBody>
          <a:bodyPr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3200" b="1" dirty="0" smtClean="0"/>
              <a:t>HTML and </a:t>
            </a:r>
            <a:r>
              <a:rPr lang="en-GB" sz="3200" b="1" dirty="0"/>
              <a:t>CSS and JavaScript </a:t>
            </a:r>
            <a:r>
              <a:rPr lang="en-GB" sz="3200" b="1" dirty="0" smtClean="0"/>
              <a:t>were used to build this application.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3200" b="1" dirty="0" smtClean="0"/>
              <a:t>It utilizes JavaScript V8 engine in the browser to make computations.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3200" b="1" dirty="0" smtClean="0"/>
              <a:t>It is independent of any other software.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0" y="0"/>
            <a:ext cx="3717957" cy="104915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4000" b="1" dirty="0" smtClean="0">
                <a:solidFill>
                  <a:schemeClr val="bg1"/>
                </a:solidFill>
              </a:rPr>
              <a:t>TECHNOLOGY</a:t>
            </a:r>
            <a:endParaRPr lang="en-GB" sz="4000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40" y="4739641"/>
            <a:ext cx="2133600" cy="2133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3190" y="2259334"/>
            <a:ext cx="2038350" cy="20383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3665" y="25216"/>
            <a:ext cx="2047875" cy="20478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061" y="226838"/>
            <a:ext cx="2011236" cy="203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039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664" y="216268"/>
            <a:ext cx="1685022" cy="1685022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991761"/>
            <a:ext cx="8437830" cy="4708021"/>
          </a:xfrm>
        </p:spPr>
        <p:txBody>
          <a:bodyPr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3200" b="1" dirty="0" smtClean="0"/>
              <a:t>Just like Aurora Web and </a:t>
            </a:r>
            <a:r>
              <a:rPr lang="en-GB" sz="3200" b="1" dirty="0" err="1" smtClean="0"/>
              <a:t>Blueline</a:t>
            </a:r>
            <a:r>
              <a:rPr lang="en-GB" sz="3200" b="1" dirty="0" smtClean="0"/>
              <a:t>,</a:t>
            </a:r>
            <a:r>
              <a:rPr lang="en-GB" sz="3200" b="1" dirty="0"/>
              <a:t> i</a:t>
            </a:r>
            <a:r>
              <a:rPr lang="en-GB" sz="3200" b="1" dirty="0" smtClean="0"/>
              <a:t>t requires </a:t>
            </a:r>
            <a:r>
              <a:rPr lang="en-GB" sz="3200" b="1" dirty="0"/>
              <a:t>only browser; Chrome, </a:t>
            </a:r>
            <a:r>
              <a:rPr lang="en-GB" sz="3200" b="1" dirty="0" err="1"/>
              <a:t>FireFox</a:t>
            </a:r>
            <a:r>
              <a:rPr lang="en-GB" sz="3200" b="1" dirty="0"/>
              <a:t> and </a:t>
            </a:r>
            <a:r>
              <a:rPr lang="en-GB" sz="3200" b="1" dirty="0" smtClean="0"/>
              <a:t>Edge without additional configuration.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3200" b="1" dirty="0" smtClean="0"/>
              <a:t>It is simply an HTML file that opens in the browser when double-clicked.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3200" b="1" dirty="0" smtClean="0"/>
              <a:t>It is completely </a:t>
            </a:r>
            <a:r>
              <a:rPr lang="en-GB" sz="3200" b="1" dirty="0"/>
              <a:t>offline </a:t>
            </a:r>
            <a:r>
              <a:rPr lang="en-GB" sz="3200" b="1" dirty="0" smtClean="0"/>
              <a:t>and works without internet connection.</a:t>
            </a:r>
            <a:endParaRPr lang="en-GB" sz="3200" b="1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-1" y="0"/>
            <a:ext cx="5399773" cy="1058779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4000" b="1" dirty="0" smtClean="0">
                <a:solidFill>
                  <a:schemeClr val="bg1"/>
                </a:solidFill>
              </a:rPr>
              <a:t>SYSTEM REQUIREMENT</a:t>
            </a:r>
            <a:endParaRPr lang="en-GB" sz="4000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664" y="4947359"/>
            <a:ext cx="1685022" cy="175242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5374" y="2646251"/>
            <a:ext cx="1685022" cy="168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005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058780"/>
            <a:ext cx="12191999" cy="5799220"/>
          </a:xfrm>
        </p:spPr>
        <p:txBody>
          <a:bodyPr>
            <a:normAutofit/>
          </a:bodyPr>
          <a:lstStyle/>
          <a:p>
            <a:pPr algn="just"/>
            <a:r>
              <a:rPr lang="en-GB" sz="3200" b="1" dirty="0"/>
              <a:t>The app works in a very </a:t>
            </a:r>
            <a:r>
              <a:rPr lang="en-GB" sz="3200" b="1" dirty="0" smtClean="0"/>
              <a:t>simple way;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3200" b="1" dirty="0" smtClean="0">
                <a:solidFill>
                  <a:schemeClr val="accent1"/>
                </a:solidFill>
              </a:rPr>
              <a:t>Launch App =&gt; Input Values </a:t>
            </a:r>
            <a:r>
              <a:rPr lang="en-GB" sz="3200" b="1" dirty="0">
                <a:solidFill>
                  <a:schemeClr val="accent1"/>
                </a:solidFill>
              </a:rPr>
              <a:t>=&gt; Convert/Calculate =&gt; Result =&gt; </a:t>
            </a:r>
            <a:r>
              <a:rPr lang="en-GB" sz="3200" b="1" dirty="0" smtClean="0">
                <a:solidFill>
                  <a:schemeClr val="accent1"/>
                </a:solidFill>
              </a:rPr>
              <a:t>Done</a:t>
            </a:r>
            <a:endParaRPr lang="en-GB" sz="3200" b="1" dirty="0"/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GB" sz="3200" b="1" dirty="0" smtClean="0"/>
              <a:t>The </a:t>
            </a:r>
            <a:r>
              <a:rPr lang="en-GB" sz="3200" b="1" dirty="0"/>
              <a:t>results are returned and displayed on the user interface as shown below</a:t>
            </a:r>
            <a:r>
              <a:rPr lang="en-GB" sz="3200" b="1" dirty="0" smtClean="0"/>
              <a:t>:</a:t>
            </a:r>
            <a:endParaRPr lang="en-GB" sz="3200" b="1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-1" y="0"/>
            <a:ext cx="12192001" cy="1058779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GB" sz="4000" b="1" dirty="0" smtClean="0">
                <a:solidFill>
                  <a:schemeClr val="bg1"/>
                </a:solidFill>
              </a:rPr>
              <a:t>HOW TO USE</a:t>
            </a:r>
            <a:endParaRPr lang="en-GB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259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058780"/>
            <a:ext cx="3796935" cy="5799220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3200" b="1" dirty="0"/>
              <a:t>Double-click on the </a:t>
            </a:r>
            <a:r>
              <a:rPr lang="en-GB" sz="3200" b="1" dirty="0" smtClean="0"/>
              <a:t>HTML file </a:t>
            </a:r>
            <a:r>
              <a:rPr lang="en-GB" sz="3200" b="1" dirty="0"/>
              <a:t>to </a:t>
            </a:r>
            <a:r>
              <a:rPr lang="en-GB" sz="3200" b="1" dirty="0" smtClean="0"/>
              <a:t>launch the app.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3200" b="1" dirty="0"/>
              <a:t>Enter tank soundings </a:t>
            </a:r>
            <a:r>
              <a:rPr lang="en-GB" sz="3200" b="1" dirty="0" smtClean="0"/>
              <a:t>on </a:t>
            </a:r>
            <a:r>
              <a:rPr lang="en-GB" sz="3200" b="1" dirty="0"/>
              <a:t>the input fields and click </a:t>
            </a:r>
            <a:r>
              <a:rPr lang="en-GB" sz="3200" b="1" dirty="0" smtClean="0"/>
              <a:t>convert button.</a:t>
            </a:r>
            <a:endParaRPr lang="en-GB" sz="3200" b="1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-1" y="0"/>
            <a:ext cx="12192001" cy="1058779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GB" sz="4000" b="1" dirty="0">
                <a:solidFill>
                  <a:schemeClr val="bg1"/>
                </a:solidFill>
              </a:rPr>
              <a:t>HOW TO USE</a:t>
            </a:r>
            <a:endParaRPr lang="en-GB" sz="4000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6936" y="1058779"/>
            <a:ext cx="8395063" cy="5799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037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-1" y="0"/>
            <a:ext cx="12192001" cy="1058779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GB" sz="4000" b="1" dirty="0">
                <a:solidFill>
                  <a:schemeClr val="bg1"/>
                </a:solidFill>
              </a:rPr>
              <a:t>HOW TO USE</a:t>
            </a:r>
            <a:endParaRPr lang="en-GB" sz="4000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594" y="1058778"/>
            <a:ext cx="8743406" cy="5799221"/>
          </a:xfrm>
          <a:prstGeom prst="rect">
            <a:avLst/>
          </a:prstGeom>
        </p:spPr>
      </p:pic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0" y="1058780"/>
            <a:ext cx="3587931" cy="5799220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3200" b="1" dirty="0"/>
              <a:t>The </a:t>
            </a:r>
            <a:r>
              <a:rPr lang="en-GB" sz="3200" b="1" dirty="0" smtClean="0"/>
              <a:t>JavaScript </a:t>
            </a:r>
            <a:r>
              <a:rPr lang="en-GB" sz="3200" b="1" dirty="0"/>
              <a:t>algorithm </a:t>
            </a:r>
            <a:r>
              <a:rPr lang="en-GB" sz="3200" b="1" dirty="0" smtClean="0"/>
              <a:t>takes </a:t>
            </a:r>
            <a:r>
              <a:rPr lang="en-GB" sz="3200" b="1" dirty="0"/>
              <a:t>data from the tank sounding </a:t>
            </a:r>
            <a:r>
              <a:rPr lang="en-GB" sz="3200" b="1" dirty="0" smtClean="0"/>
              <a:t>table to the </a:t>
            </a:r>
            <a:r>
              <a:rPr lang="en-GB" sz="3200" b="1" dirty="0"/>
              <a:t>volume base on predefined </a:t>
            </a:r>
            <a:r>
              <a:rPr lang="en-GB" sz="3200" b="1" dirty="0" smtClean="0"/>
              <a:t>formula</a:t>
            </a:r>
            <a:endParaRPr lang="en-GB" sz="3200" b="1" dirty="0"/>
          </a:p>
        </p:txBody>
      </p:sp>
    </p:spTree>
    <p:extLst>
      <p:ext uri="{BB962C8B-B14F-4D97-AF65-F5344CB8AC3E}">
        <p14:creationId xmlns:p14="http://schemas.microsoft.com/office/powerpoint/2010/main" val="412517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-1" y="0"/>
            <a:ext cx="12192001" cy="1058779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GB" sz="4000" b="1" dirty="0">
                <a:solidFill>
                  <a:schemeClr val="bg1"/>
                </a:solidFill>
              </a:rPr>
              <a:t>HOW TO USE</a:t>
            </a:r>
            <a:endParaRPr lang="en-GB" sz="4000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228" y="1058779"/>
            <a:ext cx="8403771" cy="5799221"/>
          </a:xfrm>
          <a:prstGeom prst="rect">
            <a:avLst/>
          </a:prstGeom>
        </p:spPr>
      </p:pic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0" y="1058780"/>
            <a:ext cx="3788228" cy="5799220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3200" b="1" dirty="0" smtClean="0"/>
              <a:t>Enter water figures on </a:t>
            </a:r>
            <a:r>
              <a:rPr lang="en-GB" sz="3200" b="1" dirty="0"/>
              <a:t>the input fields and click </a:t>
            </a:r>
            <a:r>
              <a:rPr lang="en-GB" sz="3200" b="1" dirty="0" smtClean="0"/>
              <a:t>calculate </a:t>
            </a:r>
            <a:r>
              <a:rPr lang="en-GB" sz="3200" b="1" dirty="0"/>
              <a:t>button</a:t>
            </a:r>
            <a:r>
              <a:rPr lang="en-GB" sz="3200" b="1" dirty="0" smtClean="0"/>
              <a:t>.</a:t>
            </a:r>
            <a:endParaRPr lang="en-GB" sz="3200" b="1" dirty="0"/>
          </a:p>
        </p:txBody>
      </p:sp>
    </p:spTree>
    <p:extLst>
      <p:ext uri="{BB962C8B-B14F-4D97-AF65-F5344CB8AC3E}">
        <p14:creationId xmlns:p14="http://schemas.microsoft.com/office/powerpoint/2010/main" val="2394658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-1" y="0"/>
            <a:ext cx="12192001" cy="1058779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GB" sz="4000" b="1" dirty="0">
                <a:solidFill>
                  <a:schemeClr val="bg1"/>
                </a:solidFill>
              </a:rPr>
              <a:t>HOW TO USE</a:t>
            </a:r>
            <a:endParaRPr lang="en-GB" sz="4000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309" y="1058779"/>
            <a:ext cx="8525691" cy="5799221"/>
          </a:xfrm>
          <a:prstGeom prst="rect">
            <a:avLst/>
          </a:prstGeom>
        </p:spPr>
      </p:pic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0" y="1058780"/>
            <a:ext cx="3587931" cy="5799220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sz="3200" b="1" dirty="0" smtClean="0"/>
              <a:t>Generic use case: The interpolation page can be used for sounding on any other vessel.</a:t>
            </a:r>
            <a:endParaRPr lang="en-GB" sz="3200" b="1" dirty="0"/>
          </a:p>
        </p:txBody>
      </p:sp>
    </p:spTree>
    <p:extLst>
      <p:ext uri="{BB962C8B-B14F-4D97-AF65-F5344CB8AC3E}">
        <p14:creationId xmlns:p14="http://schemas.microsoft.com/office/powerpoint/2010/main" val="1679465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370</Words>
  <Application>Microsoft Office PowerPoint</Application>
  <PresentationFormat>Widescreen</PresentationFormat>
  <Paragraphs>42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Office Theme</vt:lpstr>
      <vt:lpstr>LNG ABUJA 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LNG ABUJA II</dc:title>
  <dc:creator>Crew</dc:creator>
  <cp:lastModifiedBy>Engine Control Room</cp:lastModifiedBy>
  <cp:revision>31</cp:revision>
  <dcterms:created xsi:type="dcterms:W3CDTF">2025-03-01T21:31:40Z</dcterms:created>
  <dcterms:modified xsi:type="dcterms:W3CDTF">2025-03-03T16:00:51Z</dcterms:modified>
</cp:coreProperties>
</file>